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Introduction to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What is Artificial Intelligence (AI)?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Definition: AI refers to the simulation of human intelligence in machines that are programmed to think and learn like humans.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 in Education: Enhancing the learning experience through personalized learning, grading, and feedback.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Types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1. Machine Learning: Enables AI systems to learn from data and improve their performance over time.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2. Natural Language Processing (NLP): Allows AI systems to understand and generate human language.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3. Computer Vision: Enables AI systems to interpret and understand visual data from images and videos.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Benefits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1. Personalized Learning: AI can tailor learning experiences to individual students' needs and abilities.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2. Improved Student Outcomes: AI can help identify areas where students need extra support, leading to better academic performance.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3. Increased Efficiency: AI can automate tasks such as grading and administrative work, freeing up teachers to focus on teaching.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AI-Powered Learning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1. Adaptive Learning Platforms: AI-powered platforms that adjust the difficulty level of course materials based on student performance.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2. Intelligent Tutoring Systems: AI-powered systems that provide one-on-one support to students, offering personalized feedback and guidance.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3. Virtual Learning Environments: AI-powered environments that simulate real-world scenarios, allowing students to engage in interactive learning experiences.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Challenges and Concerns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1. Data Quality: AI systems require high-quality data to function effectively, but this can be a challenge in education settings.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2. Bias and Fairness: AI systems can perpetuate biases if they are trained on biased data, leading to unfair outcomes.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3. Job Displacement: AI has the potential to automate certain teaching tasks, raising concerns about job displacement for educators.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Ethics and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1. Transparency: AI systems should be transparent about their decision-making processes and data usage.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2. Accountability: Educators and administrators should be held accountable for the use of AI in education.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3. Student Privacy: AI systems must protect student data and ensure that it is used responsibly.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Implementation and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1. Teacher Training: Educators need training on how to effectively integrate AI into their teaching practices.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2. Infrastructure: AI requires significant computational resources, which can be a challenge in under-resourced schools.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3. Policy and Regulation: Governments and educational institutions need to establish policies and regulations around the use of AI in education.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Conclusion and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 has the potential to revolutionize education, but it requires careful planning, implementation, and evaluation.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Future Directions: Research on AI's impact on student outcomes, educator roles, and educational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