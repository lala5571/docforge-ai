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Artificial Intelligence (AI) in Education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AI-Powered Learning Tools and Technologies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Transforming Education with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What is Artificial Intelligence in Education?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AI in Education refers to the use of artificial intelligence technologies in educational settings to support teaching and learning.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AI-powered tools can automate tasks, provide personalized learning experiences, and enhance student engagement.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Benefits of Artificial Intelligence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Improved Student Outcomes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Personalized Learning Experiences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Increased Efficiency and Productivity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Enhanced Teacher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Types of AI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Intelligent Tutoring Systems (ITS)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Natural Language Processing (NLP)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Machine Learning (ML)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Data Analytics and Visualization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Examples of AI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GradeCam: AI-powered grading tool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DreamBox Learning: AI-based math education platform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Knewton: AI-driven adaptive learning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Challenges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Bias and Fairness in AI Decision-Making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Data Quality and Availability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Teacher Resistance to Change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Cybersecurity Concerns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Increasing Use of AI in Higher Education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Integrating AI with Existing Educational Systems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Developing More Sophisticated AI-Powered Learning Tools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Artificial Intelligence in Education has the potential to transform the way we teach and learn.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With careful planning and implementation, AI can enhance student outcomes and support teacher effectiveness.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