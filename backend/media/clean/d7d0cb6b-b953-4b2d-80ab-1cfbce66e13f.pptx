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Welcome to our presentation on Artificial Intelligence in Education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The integration of AI in education has the potential to revolutionize the way we 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What is Artificial Intelligence in Education?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Artificial Intelligence (AI) in education refers to the use of AI technologies to support and enhance teaching and learning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AI can help teachers personalize learning, automate grading, and provide instant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Benefits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Improved student outcomes and achievement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Increased teacher productivity and efficiency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Enhanced student engagement and motivation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Types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Intelligent Tutoring Systems (ITS)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Natural Language Processing (NLP)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Machine Learning (ML)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Computer 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Examples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Adaptive learning platforms such as DreamBox and Curriculum Associates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AI-powered grading tools such as Gradescope and Turnitin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Virtual learning environments such as Blackboard and Canvas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Challenges and Limitations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Data quality and availability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Bias and equity concerns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Technical issues and maintenance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Teacher training and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Future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Increased use of AI in personalized learning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Integration of AI with other educational technologies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Development of more sophisticated AI models and algorithms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Artificial Intelligence has the potential to transform education and improve learning outcomes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As educators and policymakers, we must be aware of the benefits and challenges of AI in education and work towards its responsible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