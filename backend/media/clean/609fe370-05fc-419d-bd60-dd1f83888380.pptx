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Climate Change in India: An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Introduction to climate change in India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Causes and effects of climate change in India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Importance of addressing climate change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Causes of Climate Change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Greenhouse gas emissions from industries and vehicles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Deforestation and land degradation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Agricultural practices and population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Effects of Climate Change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Rising temperatures and heatwaves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Changes in precipitation patterns and droughts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Sea level rise and coastal erosion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Impact of Climate Change on Indian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Losses to agriculture and tourism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healthcare costs due to heat-related illnesses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Disruption to water and food supplies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Climate Change and Human Health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Heat stress and heat-related illnesses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Respiratory problems due to air pollution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risk of waterborne diseases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Climate Change Mitigation Strategies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Transition to renewable energy sources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Energy efficiency and conservation measures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Sustainable land use and agriculture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India's Climate Change Policies and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National Action Plan on Climate Change (NAPCC)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Paris Agreement and Nationally Determined Contributions (NDCs)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State-level climate change initiatives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Conclusion and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Summary of key findings and recommendations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Importance of collective action to address climate change in India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Call to action for individuals, communities, and governments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