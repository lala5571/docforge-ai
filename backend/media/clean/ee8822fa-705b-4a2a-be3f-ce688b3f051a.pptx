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C63FF"/>
                </a:solidFill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Artificial Intelligence (AI) in Education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Enhancing Learning Experience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Personalized Learning Paths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C63FF"/>
                </a:solidFill>
              </a:rPr>
              <a:t>What is Artificial Intelligence?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AI: Machine Learning and Data Analysis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Natural Language Processing (NLP)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Computer Vision and Predictive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C63FF"/>
                </a:solidFill>
              </a:rPr>
              <a:t>AI Applications in Education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Intelligent Tutoring Systems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Adaptive Learning Platforms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Automated Grading and Feedback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C63FF"/>
                </a:solidFill>
              </a:rPr>
              <a:t>Benefits of AI in Education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Improved Student Engagement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Enhanced Learning Outcomes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Increased Teacher Efficiency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C63FF"/>
                </a:solidFill>
              </a:rPr>
              <a:t>Challenges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Data Quality and Availability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Bias and Fairness in AI Systems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Teacher Training and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C63FF"/>
                </a:solidFill>
              </a:rPr>
              <a:t>Real-World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AI-Powered Learning Platforms (e.g. Coursera, Udemy)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Chatbots for Student Support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Predictive Analytics for Early Intervention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C63FF"/>
                </a:solidFill>
              </a:rPr>
              <a:t>Future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Continued Research and Development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Integration with Emerging Technologies (e.g. AR, VR)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Increased Focus on AI Ethics and Governance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6C63FF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Artificial Intelligence is Transforming Education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Embracing AI Can Enhance Learning Experience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0F2FF"/>
                </a:solidFill>
              </a:rPr>
              <a:t>• Future of AI in Education: Exciting and Uncertain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