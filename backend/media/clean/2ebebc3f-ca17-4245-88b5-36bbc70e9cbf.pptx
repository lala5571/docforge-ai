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Climate Change in India: An Overview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Presented by: [Your Name]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Date: [Current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Causes of Climate Change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Greenhouse Gas Emissions from Industries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Deforestation and Land Degradation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Population Growth and Urbanization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Agricultural Activities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Effects of Climate Change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Rising Temperatures and Extreme Weather Events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Water Scarcity and Droughts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Loss of Biodiversity and Ecosystem Disruption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Negative Impact on Agriculture and Food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Regional Impacts of Climate Change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Northern India: Glacier Melting and Water Scarcity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Eastern India: Cyclones and Flooding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Southern India: Droughts and Heatwaves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Western India: Rising Sea Levels and Coastal Erosion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Climate Change and Human Health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Heat-Related Illnesses and Mortality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Vector-Borne Diseases and Malaria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Mental Health Impacts and Stress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Increased Risk of Water-Borne Diseases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Climate Change Mitigation Strategies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Renewable Energy and Carbon Capture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Energy Efficiency and Conservation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Sustainable Agriculture and Forestry Practices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Climate-Resilient Infrastructure and Urban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Climate Change Adaptation Strategies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Early Warning Systems and Disaster Risk Reduction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Climate-Smart Agriculture and Water Management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Ecosystem-Based Adaptation and Restoration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Social and Economic Resilience and Livelihood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Conclusion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Climate Change is a pressing issue in India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Immediate action is required to mitigate and adapt to climate change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Collaboration and coordination among stakeholders is essential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Sustainable development and climate action go hand-in-hand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